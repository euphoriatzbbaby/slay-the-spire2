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各位老师好，我们小组的开题项目是《杀戮尖塔 2》AI 双排助手。我们想做的不是一个只能回答攻略问题的聊天框，而是一个能理解当前牌局、能给出可靠建议、能陪伴交流，并有机会作为第二名玩家进入同一局游戏的 AI 队友。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《杀戮尖塔 2》是一款卡牌构筑与 Roguelike 结合的策略游戏。玩家先选择角色，再沿地图选择路线；进入战斗后，每回合使用有限能量打出攻击、防御或能力牌。战斗结束可以获得新卡牌、遗物或药水，逐渐形成自己的牌组，最终挑战 Boss。路线、敌人和奖励都有随机性，因此每一局都不同；在 co-op 中，两名玩家还要共同规划路线和战斗策略。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这类游戏的难点在于决策会跨越不同时间尺度。地图选择决定后续风险，战斗中要处理能量、手牌和敌人意图，战后选牌又会改变整个牌组。加入 co-op 后，还要考虑同步、分工和沟通，所以它非常适合检验 AI 的规划与协作能力。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我们把需求归纳成四点。首先要读懂真实游戏状态，其次要给出合法且有理由的建议。第三是用自然的中文进行解说和复盘。最终，AI 还要能执行自己的动作，并以第二个角色参与合作，而不是只在旁边观看。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现有项目已经证明关键能力分别可行。Spire Buddy 的陪伴体验完整，STS2-Agent 提供双实例和接口，CombatSolver 在战斗搜索上很强。不过它们分别缺少战术、易用性或队友表达。我们的切入点是把这些互补能力组合为统一体验。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项目由三个核心部分组成。战术脑负责搜索和数值判断，表达脑负责解释、人格和语音，游戏身体负责读取状态并执行动作。底部的安全层负责快照校验、预算、暂停和人工接管，防止系统在状态变化后继续错误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从左向右看，游戏状态先转成统一快照，再由 exact、beam 或 rollout 生成候选动作和战损预测。LLM 只读取这些结构化结果并负责表达。动作经过合法性校验后才交给 overlay 或 co-op 实例执行，语音则进入可打断的 TTS 队列。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我们的建议针对这一回合、这一手牌，而不是复述通用攻略。系统输出动作、目标、预计掉血与备选方案；战后选牌则结合牌组协同、费用曲线和路线风险。这里最重要的原则是 solver 负责计算，LLM 负责把结果解释清楚。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自动执行必须可控。执行层只接受游戏本地枚举出的合法动作，每次点击前都会确认快照仍然有效。玩家可以开始、单步、暂停、继续或接管。如果搜索超时或模型失败，系统会降级到 beam、规则策略，必要时停止并解释原因。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陪伴功能通过人格卡约束语气、主动程度和吐槽边界。AI 只在危险回合、奖励选择和复盘等关键节点发言，先给有用信息，再补充情绪反馈。字幕优先，语音按句播放，并允许随时打断或静音，避免影响玩家操作。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最终形态是本地双实例 co-op。人类和 AI 各自控制一个角色，AI 不能替玩家出牌，但可以等待队友、参与地图投票，并沟通集火、药水和商店决策。主要工程难点集中在同步、actor、存档隔离和 Mod 兼容。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系统可靠性来自搜索、校验和回退，而队友体验来自人格、解释和协作。我们把战术与表达分离，避免让 LLM 猜数值，也避免让 solver 以生硬结果直接面对玩家。再通过模型兼容层，为 DeepSeek 和本地模型留下适配空间。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项目不是从零开始。STS2-Agent 提供双实例与接口基础，Spire Buddy 提供游戏内交互设计，SpirePilot 提供搜索和评估脚本，CombatSolver 作为强基线或离线教师。如果 co-op 环节受阻，观战搭子和战术建议仍能形成完整交付。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最终目标是交付一个能运行、能演示、能评估和能复现的原型。最低完成观战搭子、战斗与抓牌建议、中文人格和人工接管，并争取实现第二角色 co-op。核心逻辑可以概括为一句话：solver 保证战术可靠，LLM 负责队友表达，co-op 提供共同游玩。谢谢各位老师。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WPS_1661454151</cp:lastModifiedBy>
  <cp:revision>2</cp:revision>
  <dcterms:created xsi:type="dcterms:W3CDTF">2026-10-26T07:16:55Z</dcterms:created>
  <dcterms:modified xsi:type="dcterms:W3CDTF">2026-10-26T07:16:55Z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AB045EC0F156CE0B67FEDE6A49C7ED04_42</vt:lpwstr>
  </property>
</Properties>
</file>